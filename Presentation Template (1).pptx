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Nunito"/>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http://customooxmlschemas.google.com/">
      <go:slidesCustomData xmlns:go="http://customooxmlschemas.google.com/" r:id="rId17" roundtripDataSignature="AMtx7mgA9W89ZHYC+Orx73jZFkoQ8F0n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Nunito-regular.fnt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italic.fntdata"/><Relationship Id="rId14" Type="http://schemas.openxmlformats.org/officeDocument/2006/relationships/font" Target="fonts/Nunito-bold.fntdata"/><Relationship Id="rId17" Type="http://customschemas.google.com/relationships/presentationmetadata" Target="metadata"/><Relationship Id="rId16"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9"/>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9"/>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9"/>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9"/>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 name="Google Shape;14;p9"/>
          <p:cNvGrpSpPr/>
          <p:nvPr/>
        </p:nvGrpSpPr>
        <p:grpSpPr>
          <a:xfrm>
            <a:off x="255200" y="592"/>
            <a:ext cx="2250363" cy="1044300"/>
            <a:chOff x="255200" y="592"/>
            <a:chExt cx="2250363" cy="1044300"/>
          </a:xfrm>
        </p:grpSpPr>
        <p:sp>
          <p:nvSpPr>
            <p:cNvPr id="15" name="Google Shape;15;p9"/>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9"/>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9"/>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 name="Google Shape;18;p9"/>
          <p:cNvGrpSpPr/>
          <p:nvPr/>
        </p:nvGrpSpPr>
        <p:grpSpPr>
          <a:xfrm>
            <a:off x="905395" y="592"/>
            <a:ext cx="2250363" cy="1044300"/>
            <a:chOff x="905395" y="592"/>
            <a:chExt cx="2250363" cy="1044300"/>
          </a:xfrm>
        </p:grpSpPr>
        <p:sp>
          <p:nvSpPr>
            <p:cNvPr id="19" name="Google Shape;19;p9"/>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9"/>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9"/>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 name="Google Shape;22;p9"/>
          <p:cNvGrpSpPr/>
          <p:nvPr/>
        </p:nvGrpSpPr>
        <p:grpSpPr>
          <a:xfrm>
            <a:off x="7057468" y="5088"/>
            <a:ext cx="1851281" cy="752108"/>
            <a:chOff x="6917201" y="0"/>
            <a:chExt cx="2227776" cy="863400"/>
          </a:xfrm>
        </p:grpSpPr>
        <p:sp>
          <p:nvSpPr>
            <p:cNvPr id="23" name="Google Shape;23;p9"/>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9"/>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9"/>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 name="Google Shape;26;p9"/>
          <p:cNvGrpSpPr/>
          <p:nvPr/>
        </p:nvGrpSpPr>
        <p:grpSpPr>
          <a:xfrm>
            <a:off x="6553032" y="4217852"/>
            <a:ext cx="2389067" cy="925737"/>
            <a:chOff x="6917201" y="0"/>
            <a:chExt cx="2227776" cy="863400"/>
          </a:xfrm>
        </p:grpSpPr>
        <p:sp>
          <p:nvSpPr>
            <p:cNvPr id="27" name="Google Shape;27;p9"/>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9"/>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9"/>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 name="Google Shape;30;p9"/>
          <p:cNvGrpSpPr/>
          <p:nvPr/>
        </p:nvGrpSpPr>
        <p:grpSpPr>
          <a:xfrm>
            <a:off x="199149" y="4055652"/>
            <a:ext cx="2795413" cy="1083308"/>
            <a:chOff x="6917201" y="0"/>
            <a:chExt cx="2227776" cy="863400"/>
          </a:xfrm>
        </p:grpSpPr>
        <p:sp>
          <p:nvSpPr>
            <p:cNvPr id="31" name="Google Shape;31;p9"/>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9"/>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9"/>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 name="Google Shape;34;p9"/>
          <p:cNvSpPr txBox="1"/>
          <p:nvPr>
            <p:ph type="ctrTitle"/>
          </p:nvPr>
        </p:nvSpPr>
        <p:spPr>
          <a:xfrm>
            <a:off x="1858703" y="1822833"/>
            <a:ext cx="5361300" cy="1448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35" name="Google Shape;35;p9"/>
          <p:cNvSpPr txBox="1"/>
          <p:nvPr>
            <p:ph idx="1" type="subTitle"/>
          </p:nvPr>
        </p:nvSpPr>
        <p:spPr>
          <a:xfrm>
            <a:off x="1858700" y="3413158"/>
            <a:ext cx="5361300" cy="52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9"/>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37" name="Shape 37"/>
        <p:cNvGrpSpPr/>
        <p:nvPr/>
      </p:nvGrpSpPr>
      <p:grpSpPr>
        <a:xfrm>
          <a:off x="0" y="0"/>
          <a:ext cx="0" cy="0"/>
          <a:chOff x="0" y="0"/>
          <a:chExt cx="0" cy="0"/>
        </a:xfrm>
      </p:grpSpPr>
      <p:sp>
        <p:nvSpPr>
          <p:cNvPr id="38" name="Google Shape;38;p10"/>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0"/>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0"/>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2" name="Google Shape;42;p10"/>
          <p:cNvSpPr txBox="1"/>
          <p:nvPr>
            <p:ph idx="1" type="body"/>
          </p:nvPr>
        </p:nvSpPr>
        <p:spPr>
          <a:xfrm>
            <a:off x="819150" y="1990725"/>
            <a:ext cx="7505700" cy="24480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43" name="Google Shape;43;p10"/>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44" name="Shape 44"/>
        <p:cNvGrpSpPr/>
        <p:nvPr/>
      </p:nvGrpSpPr>
      <p:grpSpPr>
        <a:xfrm>
          <a:off x="0" y="0"/>
          <a:ext cx="0" cy="0"/>
          <a:chOff x="0" y="0"/>
          <a:chExt cx="0" cy="0"/>
        </a:xfrm>
      </p:grpSpPr>
      <p:sp>
        <p:nvSpPr>
          <p:cNvPr id="45" name="Google Shape;45;p11"/>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6" name="Google Shape;46;p11"/>
          <p:cNvGrpSpPr/>
          <p:nvPr/>
        </p:nvGrpSpPr>
        <p:grpSpPr>
          <a:xfrm>
            <a:off x="5594191" y="3961115"/>
            <a:ext cx="2910144" cy="1182340"/>
            <a:chOff x="6917201" y="0"/>
            <a:chExt cx="2227776" cy="863400"/>
          </a:xfrm>
        </p:grpSpPr>
        <p:sp>
          <p:nvSpPr>
            <p:cNvPr id="47" name="Google Shape;47;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 name="Google Shape;50;p11"/>
          <p:cNvGrpSpPr/>
          <p:nvPr/>
        </p:nvGrpSpPr>
        <p:grpSpPr>
          <a:xfrm>
            <a:off x="199149" y="2"/>
            <a:ext cx="2795413" cy="1083308"/>
            <a:chOff x="6917201" y="0"/>
            <a:chExt cx="2227776" cy="863400"/>
          </a:xfrm>
        </p:grpSpPr>
        <p:sp>
          <p:nvSpPr>
            <p:cNvPr id="51" name="Google Shape;51;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11"/>
          <p:cNvSpPr txBox="1"/>
          <p:nvPr>
            <p:ph type="title"/>
          </p:nvPr>
        </p:nvSpPr>
        <p:spPr>
          <a:xfrm>
            <a:off x="1888684" y="1746100"/>
            <a:ext cx="5377500" cy="1646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2"/>
              </a:buClr>
              <a:buSzPts val="3200"/>
              <a:buNone/>
              <a:defRPr sz="3200">
                <a:solidFill>
                  <a:schemeClr val="dk2"/>
                </a:solidFill>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p:txBody>
      </p:sp>
      <p:sp>
        <p:nvSpPr>
          <p:cNvPr id="55" name="Google Shape;55;p1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12"/>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2"/>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2"/>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2"/>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1" name="Google Shape;61;p12"/>
          <p:cNvSpPr txBox="1"/>
          <p:nvPr>
            <p:ph idx="1" type="body"/>
          </p:nvPr>
        </p:nvSpPr>
        <p:spPr>
          <a:xfrm>
            <a:off x="819150" y="1990725"/>
            <a:ext cx="3686100" cy="24480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62" name="Google Shape;62;p12"/>
          <p:cNvSpPr txBox="1"/>
          <p:nvPr>
            <p:ph idx="2" type="body"/>
          </p:nvPr>
        </p:nvSpPr>
        <p:spPr>
          <a:xfrm>
            <a:off x="4638675" y="1990725"/>
            <a:ext cx="3686100" cy="24480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63" name="Google Shape;63;p12"/>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13"/>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3"/>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3"/>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3"/>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9" name="Google Shape;69;p13"/>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1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4"/>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4"/>
          <p:cNvSpPr txBox="1"/>
          <p:nvPr>
            <p:ph type="title"/>
          </p:nvPr>
        </p:nvSpPr>
        <p:spPr>
          <a:xfrm>
            <a:off x="819150" y="845600"/>
            <a:ext cx="3709200" cy="1383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75" name="Google Shape;75;p14"/>
          <p:cNvSpPr txBox="1"/>
          <p:nvPr>
            <p:ph idx="1" type="body"/>
          </p:nvPr>
        </p:nvSpPr>
        <p:spPr>
          <a:xfrm>
            <a:off x="830700" y="2319050"/>
            <a:ext cx="3709200" cy="21198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76" name="Google Shape;76;p14"/>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15"/>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5"/>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0" name="Google Shape;80;p15"/>
          <p:cNvGrpSpPr/>
          <p:nvPr/>
        </p:nvGrpSpPr>
        <p:grpSpPr>
          <a:xfrm>
            <a:off x="255991" y="-118"/>
            <a:ext cx="2251347" cy="1043408"/>
            <a:chOff x="3961956" y="4383950"/>
            <a:chExt cx="1160548" cy="548700"/>
          </a:xfrm>
        </p:grpSpPr>
        <p:sp>
          <p:nvSpPr>
            <p:cNvPr id="81" name="Google Shape;81;p15"/>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5"/>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5"/>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4" name="Google Shape;84;p1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5" name="Google Shape;85;p15"/>
          <p:cNvGrpSpPr/>
          <p:nvPr/>
        </p:nvGrpSpPr>
        <p:grpSpPr>
          <a:xfrm>
            <a:off x="34934" y="4522125"/>
            <a:ext cx="1593305" cy="617072"/>
            <a:chOff x="6917201" y="0"/>
            <a:chExt cx="2227776" cy="863400"/>
          </a:xfrm>
        </p:grpSpPr>
        <p:sp>
          <p:nvSpPr>
            <p:cNvPr id="86" name="Google Shape;86;p15"/>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5"/>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5"/>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9" name="Google Shape;89;p15"/>
          <p:cNvGrpSpPr/>
          <p:nvPr/>
        </p:nvGrpSpPr>
        <p:grpSpPr>
          <a:xfrm>
            <a:off x="5886353" y="1243"/>
            <a:ext cx="3257454" cy="1261514"/>
            <a:chOff x="6917201" y="0"/>
            <a:chExt cx="2227776" cy="863400"/>
          </a:xfrm>
        </p:grpSpPr>
        <p:sp>
          <p:nvSpPr>
            <p:cNvPr id="90" name="Google Shape;90;p15"/>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5"/>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5"/>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3" name="Google Shape;93;p15"/>
          <p:cNvSpPr txBox="1"/>
          <p:nvPr>
            <p:ph type="title"/>
          </p:nvPr>
        </p:nvSpPr>
        <p:spPr>
          <a:xfrm>
            <a:off x="1393929" y="1301146"/>
            <a:ext cx="6366900" cy="2539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200"/>
              <a:buNone/>
              <a:defRPr sz="32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94" name="Google Shape;94;p15"/>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1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6"/>
          <p:cNvSpPr txBox="1"/>
          <p:nvPr>
            <p:ph type="title"/>
          </p:nvPr>
        </p:nvSpPr>
        <p:spPr>
          <a:xfrm>
            <a:off x="819150" y="845600"/>
            <a:ext cx="6424200" cy="705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0" name="Google Shape;100;p16"/>
          <p:cNvSpPr txBox="1"/>
          <p:nvPr>
            <p:ph idx="1" type="subTitle"/>
          </p:nvPr>
        </p:nvSpPr>
        <p:spPr>
          <a:xfrm>
            <a:off x="819150" y="1550700"/>
            <a:ext cx="5859900" cy="39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16"/>
          <p:cNvSpPr txBox="1"/>
          <p:nvPr>
            <p:ph idx="2" type="body"/>
          </p:nvPr>
        </p:nvSpPr>
        <p:spPr>
          <a:xfrm>
            <a:off x="819150" y="2467050"/>
            <a:ext cx="5859900" cy="20955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102" name="Google Shape;102;p16"/>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7"/>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7"/>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7"/>
          <p:cNvSpPr txBox="1"/>
          <p:nvPr>
            <p:ph idx="1" type="body"/>
          </p:nvPr>
        </p:nvSpPr>
        <p:spPr>
          <a:xfrm>
            <a:off x="328025" y="4163500"/>
            <a:ext cx="7415100" cy="605100"/>
          </a:xfrm>
          <a:prstGeom prst="rect">
            <a:avLst/>
          </a:prstGeom>
          <a:noFill/>
          <a:ln>
            <a:noFill/>
          </a:ln>
        </p:spPr>
        <p:txBody>
          <a:bodyPr anchorCtr="0" anchor="b" bIns="91425" lIns="91425" spcFirstLastPara="1" rIns="91425" wrap="square" tIns="91425">
            <a:noAutofit/>
          </a:bodyPr>
          <a:lstStyle>
            <a:lvl1pPr indent="-228600" lvl="0" marL="457200" algn="l">
              <a:lnSpc>
                <a:spcPct val="100000"/>
              </a:lnSpc>
              <a:spcBef>
                <a:spcPts val="0"/>
              </a:spcBef>
              <a:spcAft>
                <a:spcPts val="0"/>
              </a:spcAft>
              <a:buSzPts val="1300"/>
              <a:buNone/>
              <a:defRPr/>
            </a:lvl1pPr>
          </a:lstStyle>
          <a:p/>
        </p:txBody>
      </p:sp>
      <p:sp>
        <p:nvSpPr>
          <p:cNvPr id="108" name="Google Shape;108;p17"/>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8"/>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1" name="Google Shape;111;p18"/>
          <p:cNvGrpSpPr/>
          <p:nvPr/>
        </p:nvGrpSpPr>
        <p:grpSpPr>
          <a:xfrm>
            <a:off x="5959222" y="4119576"/>
            <a:ext cx="2520951" cy="1024165"/>
            <a:chOff x="6917201" y="0"/>
            <a:chExt cx="2227776" cy="863400"/>
          </a:xfrm>
        </p:grpSpPr>
        <p:sp>
          <p:nvSpPr>
            <p:cNvPr id="112" name="Google Shape;112;p18"/>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8"/>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8"/>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5" name="Google Shape;115;p18"/>
          <p:cNvGrpSpPr/>
          <p:nvPr/>
        </p:nvGrpSpPr>
        <p:grpSpPr>
          <a:xfrm>
            <a:off x="199149" y="2"/>
            <a:ext cx="2795413" cy="1083308"/>
            <a:chOff x="6917201" y="0"/>
            <a:chExt cx="2227776" cy="863400"/>
          </a:xfrm>
        </p:grpSpPr>
        <p:sp>
          <p:nvSpPr>
            <p:cNvPr id="116" name="Google Shape;116;p18"/>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8"/>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8"/>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9" name="Google Shape;119;p18"/>
          <p:cNvSpPr txBox="1"/>
          <p:nvPr>
            <p:ph hasCustomPrompt="1" type="title"/>
          </p:nvPr>
        </p:nvSpPr>
        <p:spPr>
          <a:xfrm>
            <a:off x="1385850" y="1383850"/>
            <a:ext cx="6372300" cy="1379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2"/>
              </a:buClr>
              <a:buSzPts val="8600"/>
              <a:buNone/>
              <a:defRPr sz="8600">
                <a:solidFill>
                  <a:schemeClr val="dk2"/>
                </a:solidFill>
              </a:defRPr>
            </a:lvl1pPr>
            <a:lvl2pPr lvl="1" algn="ctr">
              <a:lnSpc>
                <a:spcPct val="100000"/>
              </a:lnSpc>
              <a:spcBef>
                <a:spcPts val="0"/>
              </a:spcBef>
              <a:spcAft>
                <a:spcPts val="0"/>
              </a:spcAft>
              <a:buClr>
                <a:schemeClr val="dk2"/>
              </a:buClr>
              <a:buSzPts val="8600"/>
              <a:buNone/>
              <a:defRPr sz="8600">
                <a:solidFill>
                  <a:schemeClr val="dk2"/>
                </a:solidFill>
              </a:defRPr>
            </a:lvl2pPr>
            <a:lvl3pPr lvl="2" algn="ctr">
              <a:lnSpc>
                <a:spcPct val="100000"/>
              </a:lnSpc>
              <a:spcBef>
                <a:spcPts val="0"/>
              </a:spcBef>
              <a:spcAft>
                <a:spcPts val="0"/>
              </a:spcAft>
              <a:buClr>
                <a:schemeClr val="dk2"/>
              </a:buClr>
              <a:buSzPts val="8600"/>
              <a:buNone/>
              <a:defRPr sz="8600">
                <a:solidFill>
                  <a:schemeClr val="dk2"/>
                </a:solidFill>
              </a:defRPr>
            </a:lvl3pPr>
            <a:lvl4pPr lvl="3" algn="ctr">
              <a:lnSpc>
                <a:spcPct val="100000"/>
              </a:lnSpc>
              <a:spcBef>
                <a:spcPts val="0"/>
              </a:spcBef>
              <a:spcAft>
                <a:spcPts val="0"/>
              </a:spcAft>
              <a:buClr>
                <a:schemeClr val="dk2"/>
              </a:buClr>
              <a:buSzPts val="8600"/>
              <a:buNone/>
              <a:defRPr sz="8600">
                <a:solidFill>
                  <a:schemeClr val="dk2"/>
                </a:solidFill>
              </a:defRPr>
            </a:lvl4pPr>
            <a:lvl5pPr lvl="4" algn="ctr">
              <a:lnSpc>
                <a:spcPct val="100000"/>
              </a:lnSpc>
              <a:spcBef>
                <a:spcPts val="0"/>
              </a:spcBef>
              <a:spcAft>
                <a:spcPts val="0"/>
              </a:spcAft>
              <a:buClr>
                <a:schemeClr val="dk2"/>
              </a:buClr>
              <a:buSzPts val="8600"/>
              <a:buNone/>
              <a:defRPr sz="8600">
                <a:solidFill>
                  <a:schemeClr val="dk2"/>
                </a:solidFill>
              </a:defRPr>
            </a:lvl5pPr>
            <a:lvl6pPr lvl="5" algn="ctr">
              <a:lnSpc>
                <a:spcPct val="100000"/>
              </a:lnSpc>
              <a:spcBef>
                <a:spcPts val="0"/>
              </a:spcBef>
              <a:spcAft>
                <a:spcPts val="0"/>
              </a:spcAft>
              <a:buClr>
                <a:schemeClr val="dk2"/>
              </a:buClr>
              <a:buSzPts val="8600"/>
              <a:buNone/>
              <a:defRPr sz="8600">
                <a:solidFill>
                  <a:schemeClr val="dk2"/>
                </a:solidFill>
              </a:defRPr>
            </a:lvl6pPr>
            <a:lvl7pPr lvl="6" algn="ctr">
              <a:lnSpc>
                <a:spcPct val="100000"/>
              </a:lnSpc>
              <a:spcBef>
                <a:spcPts val="0"/>
              </a:spcBef>
              <a:spcAft>
                <a:spcPts val="0"/>
              </a:spcAft>
              <a:buClr>
                <a:schemeClr val="dk2"/>
              </a:buClr>
              <a:buSzPts val="8600"/>
              <a:buNone/>
              <a:defRPr sz="8600">
                <a:solidFill>
                  <a:schemeClr val="dk2"/>
                </a:solidFill>
              </a:defRPr>
            </a:lvl7pPr>
            <a:lvl8pPr lvl="7" algn="ctr">
              <a:lnSpc>
                <a:spcPct val="100000"/>
              </a:lnSpc>
              <a:spcBef>
                <a:spcPts val="0"/>
              </a:spcBef>
              <a:spcAft>
                <a:spcPts val="0"/>
              </a:spcAft>
              <a:buClr>
                <a:schemeClr val="dk2"/>
              </a:buClr>
              <a:buSzPts val="8600"/>
              <a:buNone/>
              <a:defRPr sz="8600">
                <a:solidFill>
                  <a:schemeClr val="dk2"/>
                </a:solidFill>
              </a:defRPr>
            </a:lvl8pPr>
            <a:lvl9pPr lvl="8" algn="ctr">
              <a:lnSpc>
                <a:spcPct val="100000"/>
              </a:lnSpc>
              <a:spcBef>
                <a:spcPts val="0"/>
              </a:spcBef>
              <a:spcAft>
                <a:spcPts val="0"/>
              </a:spcAft>
              <a:buClr>
                <a:schemeClr val="dk2"/>
              </a:buClr>
              <a:buSzPts val="8600"/>
              <a:buNone/>
              <a:defRPr sz="8600">
                <a:solidFill>
                  <a:schemeClr val="dk2"/>
                </a:solidFill>
              </a:defRPr>
            </a:lvl9pPr>
          </a:lstStyle>
          <a:p>
            <a:r>
              <a:t>xx%</a:t>
            </a:r>
          </a:p>
        </p:txBody>
      </p:sp>
      <p:sp>
        <p:nvSpPr>
          <p:cNvPr id="120" name="Google Shape;120;p18"/>
          <p:cNvSpPr txBox="1"/>
          <p:nvPr>
            <p:ph idx="1" type="body"/>
          </p:nvPr>
        </p:nvSpPr>
        <p:spPr>
          <a:xfrm>
            <a:off x="1385850" y="2863850"/>
            <a:ext cx="6372300" cy="641100"/>
          </a:xfrm>
          <a:prstGeom prst="rect">
            <a:avLst/>
          </a:prstGeom>
          <a:noFill/>
          <a:ln>
            <a:noFill/>
          </a:ln>
        </p:spPr>
        <p:txBody>
          <a:bodyPr anchorCtr="0" anchor="t" bIns="91425" lIns="91425" spcFirstLastPara="1" rIns="91425" wrap="square" tIns="91425">
            <a:noAutofit/>
          </a:bodyPr>
          <a:lstStyle>
            <a:lvl1pPr indent="-311150" lvl="0" marL="457200" algn="ctr">
              <a:lnSpc>
                <a:spcPct val="115000"/>
              </a:lnSpc>
              <a:spcBef>
                <a:spcPts val="0"/>
              </a:spcBef>
              <a:spcAft>
                <a:spcPts val="0"/>
              </a:spcAft>
              <a:buSzPts val="1300"/>
              <a:buChar char="●"/>
              <a:defRPr/>
            </a:lvl1pPr>
            <a:lvl2pPr indent="-298450" lvl="1" marL="914400" algn="ctr">
              <a:lnSpc>
                <a:spcPct val="115000"/>
              </a:lnSpc>
              <a:spcBef>
                <a:spcPts val="1600"/>
              </a:spcBef>
              <a:spcAft>
                <a:spcPts val="0"/>
              </a:spcAft>
              <a:buSzPts val="1100"/>
              <a:buChar char="○"/>
              <a:defRPr/>
            </a:lvl2pPr>
            <a:lvl3pPr indent="-298450" lvl="2" marL="1371600" algn="ctr">
              <a:lnSpc>
                <a:spcPct val="115000"/>
              </a:lnSpc>
              <a:spcBef>
                <a:spcPts val="1600"/>
              </a:spcBef>
              <a:spcAft>
                <a:spcPts val="0"/>
              </a:spcAft>
              <a:buSzPts val="1100"/>
              <a:buChar char="■"/>
              <a:defRPr/>
            </a:lvl3pPr>
            <a:lvl4pPr indent="-298450" lvl="3" marL="1828800" algn="ctr">
              <a:lnSpc>
                <a:spcPct val="115000"/>
              </a:lnSpc>
              <a:spcBef>
                <a:spcPts val="1600"/>
              </a:spcBef>
              <a:spcAft>
                <a:spcPts val="0"/>
              </a:spcAft>
              <a:buSzPts val="1100"/>
              <a:buChar char="●"/>
              <a:defRPr/>
            </a:lvl4pPr>
            <a:lvl5pPr indent="-298450" lvl="4" marL="2286000" algn="ctr">
              <a:lnSpc>
                <a:spcPct val="115000"/>
              </a:lnSpc>
              <a:spcBef>
                <a:spcPts val="1600"/>
              </a:spcBef>
              <a:spcAft>
                <a:spcPts val="0"/>
              </a:spcAft>
              <a:buSzPts val="1100"/>
              <a:buChar char="○"/>
              <a:defRPr/>
            </a:lvl5pPr>
            <a:lvl6pPr indent="-298450" lvl="5" marL="2743200" algn="ctr">
              <a:lnSpc>
                <a:spcPct val="115000"/>
              </a:lnSpc>
              <a:spcBef>
                <a:spcPts val="1600"/>
              </a:spcBef>
              <a:spcAft>
                <a:spcPts val="0"/>
              </a:spcAft>
              <a:buSzPts val="1100"/>
              <a:buChar char="■"/>
              <a:defRPr/>
            </a:lvl6pPr>
            <a:lvl7pPr indent="-298450" lvl="6" marL="3200400" algn="ctr">
              <a:lnSpc>
                <a:spcPct val="115000"/>
              </a:lnSpc>
              <a:spcBef>
                <a:spcPts val="1600"/>
              </a:spcBef>
              <a:spcAft>
                <a:spcPts val="0"/>
              </a:spcAft>
              <a:buSzPts val="1100"/>
              <a:buChar char="●"/>
              <a:defRPr/>
            </a:lvl7pPr>
            <a:lvl8pPr indent="-298450" lvl="7" marL="3657600" algn="ctr">
              <a:lnSpc>
                <a:spcPct val="115000"/>
              </a:lnSpc>
              <a:spcBef>
                <a:spcPts val="1600"/>
              </a:spcBef>
              <a:spcAft>
                <a:spcPts val="0"/>
              </a:spcAft>
              <a:buSzPts val="1100"/>
              <a:buChar char="○"/>
              <a:defRPr/>
            </a:lvl8pPr>
            <a:lvl9pPr indent="-298450" lvl="8" marL="4114800" algn="ctr">
              <a:lnSpc>
                <a:spcPct val="115000"/>
              </a:lnSpc>
              <a:spcBef>
                <a:spcPts val="1600"/>
              </a:spcBef>
              <a:spcAft>
                <a:spcPts val="1600"/>
              </a:spcAft>
              <a:buSzPts val="1100"/>
              <a:buChar char="■"/>
              <a:defRPr/>
            </a:lvl9pPr>
          </a:lstStyle>
          <a:p/>
        </p:txBody>
      </p:sp>
      <p:sp>
        <p:nvSpPr>
          <p:cNvPr id="121" name="Google Shape;121;p18"/>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9"/>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1pPr>
            <a:lvl2pPr lvl="1"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2pPr>
            <a:lvl3pPr lvl="2"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3pPr>
            <a:lvl4pPr lvl="3"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4pPr>
            <a:lvl5pPr lvl="4"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5pPr>
            <a:lvl6pPr lvl="5"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6pPr>
            <a:lvl7pPr lvl="6"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7pPr>
            <a:lvl8pPr lvl="7"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8pPr>
            <a:lvl9pPr lvl="8"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9pPr>
          </a:lstStyle>
          <a:p/>
        </p:txBody>
      </p:sp>
      <p:sp>
        <p:nvSpPr>
          <p:cNvPr id="7" name="Google Shape;7;p8"/>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Autofit/>
          </a:bodyPr>
          <a:lstStyle>
            <a:lvl1pPr indent="-311150" lvl="0" marL="457200" marR="0" rtl="0" algn="l">
              <a:lnSpc>
                <a:spcPct val="115000"/>
              </a:lnSpc>
              <a:spcBef>
                <a:spcPts val="0"/>
              </a:spcBef>
              <a:spcAft>
                <a:spcPts val="0"/>
              </a:spcAft>
              <a:buClr>
                <a:schemeClr val="dk2"/>
              </a:buClr>
              <a:buSzPts val="1300"/>
              <a:buFont typeface="Calibri"/>
              <a:buChar char="●"/>
              <a:defRPr b="0" i="0" sz="1300" u="none" cap="none" strike="noStrike">
                <a:solidFill>
                  <a:schemeClr val="dk2"/>
                </a:solidFill>
                <a:latin typeface="Calibri"/>
                <a:ea typeface="Calibri"/>
                <a:cs typeface="Calibri"/>
                <a:sym typeface="Calibri"/>
              </a:defRPr>
            </a:lvl1pPr>
            <a:lvl2pPr indent="-298450" lvl="1" marL="914400" marR="0" rtl="0" algn="l">
              <a:lnSpc>
                <a:spcPct val="115000"/>
              </a:lnSpc>
              <a:spcBef>
                <a:spcPts val="160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2pPr>
            <a:lvl3pPr indent="-298450" lvl="2" marL="1371600" marR="0" rtl="0" algn="l">
              <a:lnSpc>
                <a:spcPct val="115000"/>
              </a:lnSpc>
              <a:spcBef>
                <a:spcPts val="160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3pPr>
            <a:lvl4pPr indent="-298450" lvl="3" marL="1828800" marR="0" rtl="0" algn="l">
              <a:lnSpc>
                <a:spcPct val="115000"/>
              </a:lnSpc>
              <a:spcBef>
                <a:spcPts val="160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4pPr>
            <a:lvl5pPr indent="-298450" lvl="4" marL="2286000" marR="0" rtl="0" algn="l">
              <a:lnSpc>
                <a:spcPct val="115000"/>
              </a:lnSpc>
              <a:spcBef>
                <a:spcPts val="160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5pPr>
            <a:lvl6pPr indent="-298450" lvl="5" marL="2743200" marR="0" rtl="0" algn="l">
              <a:lnSpc>
                <a:spcPct val="115000"/>
              </a:lnSpc>
              <a:spcBef>
                <a:spcPts val="160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6pPr>
            <a:lvl7pPr indent="-298450" lvl="6" marL="3200400" marR="0" rtl="0" algn="l">
              <a:lnSpc>
                <a:spcPct val="115000"/>
              </a:lnSpc>
              <a:spcBef>
                <a:spcPts val="160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7pPr>
            <a:lvl8pPr indent="-298450" lvl="7" marL="3657600" marR="0" rtl="0" algn="l">
              <a:lnSpc>
                <a:spcPct val="115000"/>
              </a:lnSpc>
              <a:spcBef>
                <a:spcPts val="160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8pPr>
            <a:lvl9pPr indent="-298450" lvl="8" marL="4114800" marR="0" rtl="0" algn="l">
              <a:lnSpc>
                <a:spcPct val="115000"/>
              </a:lnSpc>
              <a:spcBef>
                <a:spcPts val="1600"/>
              </a:spcBef>
              <a:spcAft>
                <a:spcPts val="160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9pPr>
          </a:lstStyle>
          <a:p/>
        </p:txBody>
      </p:sp>
      <p:sp>
        <p:nvSpPr>
          <p:cNvPr id="8" name="Google Shape;8;p8"/>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
          <p:cNvSpPr txBox="1"/>
          <p:nvPr>
            <p:ph type="ctrTitle"/>
          </p:nvPr>
        </p:nvSpPr>
        <p:spPr>
          <a:xfrm>
            <a:off x="1858703" y="1822833"/>
            <a:ext cx="5361300" cy="144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400"/>
              <a:buNone/>
            </a:pPr>
            <a:r>
              <a:rPr lang="en-GB">
                <a:solidFill>
                  <a:srgbClr val="000000"/>
                </a:solidFill>
              </a:rPr>
              <a:t>No Code</a:t>
            </a:r>
            <a:endParaRPr>
              <a:solidFill>
                <a:srgbClr val="000000"/>
              </a:solidFill>
            </a:endParaRPr>
          </a:p>
        </p:txBody>
      </p:sp>
      <p:sp>
        <p:nvSpPr>
          <p:cNvPr id="129" name="Google Shape;129;p1"/>
          <p:cNvSpPr txBox="1"/>
          <p:nvPr>
            <p:ph idx="1" type="subTitle"/>
          </p:nvPr>
        </p:nvSpPr>
        <p:spPr>
          <a:xfrm>
            <a:off x="1858700" y="3413158"/>
            <a:ext cx="5361300" cy="52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400"/>
              <a:buNone/>
            </a:pPr>
            <a:r>
              <a:rPr lang="en-GB"/>
              <a:t>Frontend Code Generation using Deep Learning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
          <p:cNvSpPr txBox="1"/>
          <p:nvPr>
            <p:ph type="title"/>
          </p:nvPr>
        </p:nvSpPr>
        <p:spPr>
          <a:xfrm>
            <a:off x="311700" y="445025"/>
            <a:ext cx="8520600" cy="99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GB" sz="2400">
                <a:solidFill>
                  <a:srgbClr val="000000"/>
                </a:solidFill>
              </a:rPr>
              <a:t>Inspiration</a:t>
            </a:r>
            <a:endParaRPr sz="2400">
              <a:solidFill>
                <a:srgbClr val="000000"/>
              </a:solidFill>
            </a:endParaRPr>
          </a:p>
        </p:txBody>
      </p:sp>
      <p:sp>
        <p:nvSpPr>
          <p:cNvPr id="135" name="Google Shape;135;p2"/>
          <p:cNvSpPr txBox="1"/>
          <p:nvPr>
            <p:ph idx="1" type="body"/>
          </p:nvPr>
        </p:nvSpPr>
        <p:spPr>
          <a:xfrm>
            <a:off x="311700" y="1301025"/>
            <a:ext cx="8520600" cy="32679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GB"/>
              <a:t>The process of developing the GUI design implemented by the designer is the task of the developer.</a:t>
            </a:r>
            <a:endParaRPr/>
          </a:p>
          <a:p>
            <a:pPr indent="-311150" lvl="0" marL="457200" rtl="0" algn="l">
              <a:lnSpc>
                <a:spcPct val="115000"/>
              </a:lnSpc>
              <a:spcBef>
                <a:spcPts val="0"/>
              </a:spcBef>
              <a:spcAft>
                <a:spcPts val="0"/>
              </a:spcAft>
              <a:buSzPts val="1300"/>
              <a:buChar char="●"/>
            </a:pPr>
            <a:r>
              <a:rPr lang="en-GB"/>
              <a:t>This task however is time consuming and prevents developers from dedicating their time towards implementation of the actual functionality of the product.</a:t>
            </a:r>
            <a:endParaRPr/>
          </a:p>
          <a:p>
            <a:pPr indent="-311150" lvl="0" marL="457200" rtl="0" algn="l">
              <a:lnSpc>
                <a:spcPct val="115000"/>
              </a:lnSpc>
              <a:spcBef>
                <a:spcPts val="0"/>
              </a:spcBef>
              <a:spcAft>
                <a:spcPts val="0"/>
              </a:spcAft>
              <a:buSzPts val="1300"/>
              <a:buChar char="●"/>
            </a:pPr>
            <a:r>
              <a:rPr lang="en-GB"/>
              <a:t>Large organizations such as meta and amazon can put big teams to this process, however small organizations and startups may not be able to expend this much manpower to this process.</a:t>
            </a:r>
            <a:endParaRPr/>
          </a:p>
          <a:p>
            <a:pPr indent="-311150" lvl="0" marL="457200" rtl="0" algn="l">
              <a:lnSpc>
                <a:spcPct val="115000"/>
              </a:lnSpc>
              <a:spcBef>
                <a:spcPts val="0"/>
              </a:spcBef>
              <a:spcAft>
                <a:spcPts val="0"/>
              </a:spcAft>
              <a:buSzPts val="1300"/>
              <a:buChar char="●"/>
            </a:pPr>
            <a:r>
              <a:rPr lang="en-GB"/>
              <a:t>Hence a system capable of automating this process can not only help such smaller organizations reduce their manpower, but also speed up their development process.</a:t>
            </a:r>
            <a:endParaRPr/>
          </a:p>
          <a:p>
            <a:pPr indent="0" lvl="0" marL="0" rtl="0" algn="l">
              <a:lnSpc>
                <a:spcPct val="115000"/>
              </a:lnSpc>
              <a:spcBef>
                <a:spcPts val="1600"/>
              </a:spcBef>
              <a:spcAft>
                <a:spcPts val="0"/>
              </a:spcAft>
              <a:buNone/>
            </a:pPr>
            <a:r>
              <a:t/>
            </a:r>
            <a:endParaRPr/>
          </a:p>
          <a:p>
            <a:pPr indent="0" lvl="0" marL="0" rtl="0" algn="l">
              <a:lnSpc>
                <a:spcPct val="115000"/>
              </a:lnSpc>
              <a:spcBef>
                <a:spcPts val="1600"/>
              </a:spcBef>
              <a:spcAft>
                <a:spcPts val="1600"/>
              </a:spcAft>
              <a:buSzPts val="1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3"/>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3600"/>
              <a:buNone/>
            </a:pPr>
            <a:r>
              <a:rPr lang="en-GB" sz="2400">
                <a:solidFill>
                  <a:srgbClr val="000000"/>
                </a:solidFill>
              </a:rPr>
              <a:t>Overview</a:t>
            </a:r>
            <a:endParaRPr sz="2400">
              <a:solidFill>
                <a:srgbClr val="000000"/>
              </a:solidFill>
            </a:endParaRPr>
          </a:p>
        </p:txBody>
      </p:sp>
      <p:sp>
        <p:nvSpPr>
          <p:cNvPr id="141" name="Google Shape;141;p3"/>
          <p:cNvSpPr txBox="1"/>
          <p:nvPr>
            <p:ph idx="1" type="body"/>
          </p:nvPr>
        </p:nvSpPr>
        <p:spPr>
          <a:xfrm>
            <a:off x="896925" y="1699050"/>
            <a:ext cx="7505700" cy="24480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GB"/>
              <a:t>A web application where the user/developer can upload the screenshot of the UI designed.</a:t>
            </a:r>
            <a:endParaRPr/>
          </a:p>
          <a:p>
            <a:pPr indent="-311150" lvl="0" marL="457200" rtl="0" algn="l">
              <a:lnSpc>
                <a:spcPct val="115000"/>
              </a:lnSpc>
              <a:spcBef>
                <a:spcPts val="0"/>
              </a:spcBef>
              <a:spcAft>
                <a:spcPts val="0"/>
              </a:spcAft>
              <a:buSzPts val="1300"/>
              <a:buChar char="●"/>
            </a:pPr>
            <a:r>
              <a:rPr lang="en-GB"/>
              <a:t>A deep learning model capable of generating DSL code from the given input image.</a:t>
            </a:r>
            <a:endParaRPr/>
          </a:p>
          <a:p>
            <a:pPr indent="-311150" lvl="0" marL="457200" rtl="0" algn="l">
              <a:lnSpc>
                <a:spcPct val="115000"/>
              </a:lnSpc>
              <a:spcBef>
                <a:spcPts val="0"/>
              </a:spcBef>
              <a:spcAft>
                <a:spcPts val="0"/>
              </a:spcAft>
              <a:buSzPts val="1300"/>
              <a:buChar char="●"/>
            </a:pPr>
            <a:r>
              <a:rPr lang="en-GB"/>
              <a:t>A custom compiler that converts the DSL to the equivalent HTML, CSS and Bootstrap code.</a:t>
            </a:r>
            <a:endParaRPr/>
          </a:p>
          <a:p>
            <a:pPr indent="-311150" lvl="0" marL="457200" rtl="0" algn="l">
              <a:lnSpc>
                <a:spcPct val="115000"/>
              </a:lnSpc>
              <a:spcBef>
                <a:spcPts val="0"/>
              </a:spcBef>
              <a:spcAft>
                <a:spcPts val="0"/>
              </a:spcAft>
              <a:buSzPts val="1300"/>
              <a:buChar char="●"/>
            </a:pPr>
            <a:r>
              <a:rPr lang="en-GB"/>
              <a:t>Automated front-end code development can help developers quickly create a prototype of a user interface, saving time and effort.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4"/>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GB" sz="2400">
                <a:solidFill>
                  <a:srgbClr val="000000"/>
                </a:solidFill>
              </a:rPr>
              <a:t>Implementation</a:t>
            </a:r>
            <a:endParaRPr sz="2400">
              <a:solidFill>
                <a:srgbClr val="000000"/>
              </a:solidFill>
            </a:endParaRPr>
          </a:p>
        </p:txBody>
      </p:sp>
      <p:sp>
        <p:nvSpPr>
          <p:cNvPr id="147" name="Google Shape;147;p4"/>
          <p:cNvSpPr txBox="1"/>
          <p:nvPr>
            <p:ph idx="1" type="body"/>
          </p:nvPr>
        </p:nvSpPr>
        <p:spPr>
          <a:xfrm>
            <a:off x="731625" y="1990725"/>
            <a:ext cx="7505700" cy="24480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rgbClr val="000000"/>
              </a:buClr>
              <a:buSzPts val="1300"/>
              <a:buChar char="●"/>
            </a:pPr>
            <a:r>
              <a:rPr lang="en-GB">
                <a:solidFill>
                  <a:srgbClr val="000000"/>
                </a:solidFill>
              </a:rPr>
              <a:t>We have attempted to automate this process using deep learning models to generate front- end code for the screenshot of the website design we provide. The model generates code using HTML, CSS and Bootstrap framework</a:t>
            </a:r>
            <a:endParaRPr>
              <a:solidFill>
                <a:srgbClr val="000000"/>
              </a:solidFill>
            </a:endParaRPr>
          </a:p>
          <a:p>
            <a:pPr indent="-311150" lvl="0" marL="457200" rtl="0" algn="l">
              <a:lnSpc>
                <a:spcPct val="115000"/>
              </a:lnSpc>
              <a:spcBef>
                <a:spcPts val="0"/>
              </a:spcBef>
              <a:spcAft>
                <a:spcPts val="0"/>
              </a:spcAft>
              <a:buClr>
                <a:srgbClr val="000000"/>
              </a:buClr>
              <a:buSzPts val="1300"/>
              <a:buChar char="●"/>
            </a:pPr>
            <a:r>
              <a:rPr lang="en-GB">
                <a:solidFill>
                  <a:srgbClr val="000000"/>
                </a:solidFill>
              </a:rPr>
              <a:t>A deep learning model consisting of a CNN encoder and GRU-based decoder is used to generate the target DSL code from a given GUI image.</a:t>
            </a:r>
            <a:endParaRPr>
              <a:solidFill>
                <a:srgbClr val="000000"/>
              </a:solidFill>
            </a:endParaRPr>
          </a:p>
          <a:p>
            <a:pPr indent="-311150" lvl="0" marL="457200" rtl="0" algn="l">
              <a:lnSpc>
                <a:spcPct val="115000"/>
              </a:lnSpc>
              <a:spcBef>
                <a:spcPts val="0"/>
              </a:spcBef>
              <a:spcAft>
                <a:spcPts val="0"/>
              </a:spcAft>
              <a:buClr>
                <a:srgbClr val="000000"/>
              </a:buClr>
              <a:buSzPts val="1300"/>
              <a:buChar char="●"/>
            </a:pPr>
            <a:r>
              <a:rPr lang="en-GB">
                <a:solidFill>
                  <a:srgbClr val="000000"/>
                </a:solidFill>
              </a:rPr>
              <a:t> The DSL code generated is then converted into its equivalent HTML, CSS and Bootstrap code by using a custom-made compiler for the DSL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5"/>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GB" sz="2400">
                <a:solidFill>
                  <a:srgbClr val="000000"/>
                </a:solidFill>
              </a:rPr>
              <a:t>Flow Chart </a:t>
            </a:r>
            <a:endParaRPr sz="2400">
              <a:solidFill>
                <a:srgbClr val="000000"/>
              </a:solidFill>
            </a:endParaRPr>
          </a:p>
        </p:txBody>
      </p:sp>
      <p:sp>
        <p:nvSpPr>
          <p:cNvPr id="153" name="Google Shape;153;p5"/>
          <p:cNvSpPr txBox="1"/>
          <p:nvPr>
            <p:ph idx="1" type="body"/>
          </p:nvPr>
        </p:nvSpPr>
        <p:spPr>
          <a:xfrm>
            <a:off x="819150" y="1990725"/>
            <a:ext cx="7505700" cy="244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t/>
            </a:r>
            <a:endParaRPr/>
          </a:p>
        </p:txBody>
      </p:sp>
      <p:pic>
        <p:nvPicPr>
          <p:cNvPr id="154" name="Google Shape;154;p5"/>
          <p:cNvPicPr preferRelativeResize="0"/>
          <p:nvPr/>
        </p:nvPicPr>
        <p:blipFill>
          <a:blip r:embed="rId3">
            <a:alphaModFix/>
          </a:blip>
          <a:stretch>
            <a:fillRect/>
          </a:stretch>
        </p:blipFill>
        <p:spPr>
          <a:xfrm>
            <a:off x="819150" y="1535800"/>
            <a:ext cx="7505700" cy="2902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6"/>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GB" sz="2400">
                <a:solidFill>
                  <a:srgbClr val="000000"/>
                </a:solidFill>
              </a:rPr>
              <a:t>Future Scope </a:t>
            </a:r>
            <a:endParaRPr sz="2400">
              <a:solidFill>
                <a:srgbClr val="000000"/>
              </a:solidFill>
            </a:endParaRPr>
          </a:p>
        </p:txBody>
      </p:sp>
      <p:sp>
        <p:nvSpPr>
          <p:cNvPr id="160" name="Google Shape;160;p6"/>
          <p:cNvSpPr txBox="1"/>
          <p:nvPr>
            <p:ph idx="1" type="body"/>
          </p:nvPr>
        </p:nvSpPr>
        <p:spPr>
          <a:xfrm>
            <a:off x="819150" y="1990725"/>
            <a:ext cx="7505700" cy="24480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GB"/>
              <a:t>Since the DSL is being generated by the model so there is always a possibility that the code generated might be syntactically incorrect. Taking measures to address this issue is a possible future extension in the project.</a:t>
            </a:r>
            <a:endParaRPr/>
          </a:p>
          <a:p>
            <a:pPr indent="-311150" lvl="0" marL="457200" rtl="0" algn="l">
              <a:lnSpc>
                <a:spcPct val="115000"/>
              </a:lnSpc>
              <a:spcBef>
                <a:spcPts val="0"/>
              </a:spcBef>
              <a:spcAft>
                <a:spcPts val="0"/>
              </a:spcAft>
              <a:buSzPts val="1300"/>
              <a:buChar char="●"/>
            </a:pPr>
            <a:r>
              <a:rPr lang="en-GB"/>
              <a:t>Additionally, increasing the volume of the dataset incorporating newer widgets would help in increasing the accuracy of the model when it is presented inputs different from the images it has been trained on. </a:t>
            </a:r>
            <a:endParaRPr/>
          </a:p>
          <a:p>
            <a:pPr indent="-311150" lvl="0" marL="457200" rtl="0" algn="l">
              <a:lnSpc>
                <a:spcPct val="115000"/>
              </a:lnSpc>
              <a:spcBef>
                <a:spcPts val="0"/>
              </a:spcBef>
              <a:spcAft>
                <a:spcPts val="0"/>
              </a:spcAft>
              <a:buSzPts val="1300"/>
              <a:buChar char="●"/>
            </a:pPr>
            <a:r>
              <a:rPr lang="en-GB"/>
              <a:t>This would help the model perform better when presented with current day UI that keeps changing with time.</a:t>
            </a:r>
            <a:endParaRPr/>
          </a:p>
          <a:p>
            <a:pPr indent="0" lvl="0" marL="0" rtl="0" algn="l">
              <a:lnSpc>
                <a:spcPct val="115000"/>
              </a:lnSpc>
              <a:spcBef>
                <a:spcPts val="1600"/>
              </a:spcBef>
              <a:spcAft>
                <a:spcPts val="0"/>
              </a:spcAft>
              <a:buNone/>
            </a:pPr>
            <a:r>
              <a:t/>
            </a:r>
            <a:endParaRPr/>
          </a:p>
          <a:p>
            <a:pPr indent="0" lvl="0" marL="0" rtl="0" algn="l">
              <a:lnSpc>
                <a:spcPct val="115000"/>
              </a:lnSpc>
              <a:spcBef>
                <a:spcPts val="1600"/>
              </a:spcBef>
              <a:spcAft>
                <a:spcPts val="1600"/>
              </a:spcAft>
              <a:buSzPts val="1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7"/>
          <p:cNvSpPr txBox="1"/>
          <p:nvPr>
            <p:ph type="title"/>
          </p:nvPr>
        </p:nvSpPr>
        <p:spPr>
          <a:xfrm>
            <a:off x="1888684" y="1746100"/>
            <a:ext cx="5377500" cy="1646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GB">
                <a:solidFill>
                  <a:srgbClr val="000000"/>
                </a:solidFill>
              </a:rPr>
              <a:t>Thank You</a:t>
            </a:r>
            <a:endParaRPr>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